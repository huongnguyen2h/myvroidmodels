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58" r:id="rId7"/>
    <p:sldId id="259" r:id="rId8"/>
    <p:sldId id="260" r:id="rId9"/>
    <p:sldId id="266" r:id="rId10"/>
    <p:sldId id="268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59363" autoAdjust="0"/>
  </p:normalViewPr>
  <p:slideViewPr>
    <p:cSldViewPr snapToGrid="0" showGuides="1">
      <p:cViewPr varScale="1">
        <p:scale>
          <a:sx n="67" d="100"/>
          <a:sy n="67" d="100"/>
        </p:scale>
        <p:origin x="147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3/19/2026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3/19/2026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“In the previous video, we covered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form, note, and table completion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“Now we’ll move to a Listening task that requires both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listening and visual tracking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Map and diagram questions can feel stressful—especially when the speaker talks quickly and uses unfamiliar directions.</a:t>
            </a:r>
          </a:p>
          <a:p>
            <a:r>
              <a:rPr lang="en-US" dirty="0"/>
              <a:t>Many candidates actually understand the words, but still end up choosing the wrong location.</a:t>
            </a:r>
          </a:p>
          <a:p>
            <a:r>
              <a:rPr lang="en-US" dirty="0"/>
              <a:t>This usually happens because they lose track of the directions or fail to visualize the map clearly.</a:t>
            </a:r>
          </a:p>
          <a:p>
            <a:r>
              <a:rPr lang="en-US" dirty="0"/>
              <a:t>In this video, you’ll learn simple and effective strategies to follow directions step by step, stay focused while listening, and label maps and diagrams with confidence.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“Hello, my name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April Ampong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I’m an instructor at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IELTS NINER REVIEW CENTER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international-standard IELTS training system that helps learners progress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beginner level to Band 7.0–9.0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most time-efficient way.”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en-US" b="1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and diagram labelling questions usually appear in Section 2 of the Listening test.</a:t>
            </a:r>
          </a:p>
          <a:p>
            <a:r>
              <a:rPr lang="en-US" dirty="0"/>
              <a:t>In this type of question, you are typically given either a map of a place, or a diagram of a building, a room, or even a process.</a:t>
            </a:r>
          </a:p>
          <a:p>
            <a:endParaRPr lang="en-US" dirty="0"/>
          </a:p>
          <a:p>
            <a:r>
              <a:rPr lang="en-US" dirty="0"/>
              <a:t>Your task is to listen carefully to the speaker’s directions and identify the correct locations on the map or diagram.</a:t>
            </a:r>
          </a:p>
          <a:p>
            <a:r>
              <a:rPr lang="en-US" dirty="0"/>
              <a:t>This means you need to understand both the language used and the movement described, so you can choose the correct answer accurately.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29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the audio starts, take a few seconds to prepare carefully.</a:t>
            </a:r>
          </a:p>
          <a:p>
            <a:r>
              <a:rPr lang="en-US" dirty="0"/>
              <a:t>First, identify the starting point, as this is where the speaker will begin giving directions.</a:t>
            </a:r>
          </a:p>
          <a:p>
            <a:endParaRPr lang="en-US" dirty="0"/>
          </a:p>
          <a:p>
            <a:r>
              <a:rPr lang="en-US" dirty="0"/>
              <a:t>Next, notice any key landmarks, such as entrances, roads, or important buildings, which will help you follow the route more easily.</a:t>
            </a:r>
          </a:p>
          <a:p>
            <a:r>
              <a:rPr lang="en-US" dirty="0"/>
              <a:t>Then, make sure you understand the orientation of the map.</a:t>
            </a:r>
          </a:p>
          <a:p>
            <a:endParaRPr lang="en-US" dirty="0"/>
          </a:p>
          <a:p>
            <a:r>
              <a:rPr lang="en-US" dirty="0"/>
              <a:t>Ask yourself questions like:</a:t>
            </a:r>
            <a:br>
              <a:rPr lang="en-US" dirty="0"/>
            </a:br>
            <a:r>
              <a:rPr lang="en-US" dirty="0"/>
              <a:t>Where is north?</a:t>
            </a:r>
            <a:br>
              <a:rPr lang="en-US" dirty="0"/>
            </a:br>
            <a:r>
              <a:rPr lang="en-US" dirty="0"/>
              <a:t>Is this an indoor or outdoor map?</a:t>
            </a:r>
          </a:p>
          <a:p>
            <a:r>
              <a:rPr lang="en-US" dirty="0"/>
              <a:t>This preparation is essential, as it allows you to stay focused and follow the directions more accurately during the listening.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36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IELTS uses very specific directional language, and understanding these phrases is essential for getting the correct answers.</a:t>
            </a:r>
          </a:p>
          <a:p>
            <a:r>
              <a:rPr lang="en-US" dirty="0"/>
              <a:t>Common expressions include:</a:t>
            </a:r>
            <a:br>
              <a:rPr lang="en-US" dirty="0"/>
            </a:br>
            <a:r>
              <a:rPr lang="en-US" dirty="0"/>
              <a:t>“on the left” and “on the right,”</a:t>
            </a:r>
            <a:br>
              <a:rPr lang="en-US" dirty="0"/>
            </a:br>
            <a:r>
              <a:rPr lang="en-US" dirty="0"/>
              <a:t>“opposite” and “next to,”</a:t>
            </a:r>
            <a:br>
              <a:rPr lang="en-US" dirty="0"/>
            </a:br>
            <a:r>
              <a:rPr lang="en-US" dirty="0"/>
              <a:t>“across from,”</a:t>
            </a:r>
            <a:br>
              <a:rPr lang="en-US" dirty="0"/>
            </a:br>
            <a:r>
              <a:rPr lang="en-US" dirty="0"/>
              <a:t>“at the end of,”</a:t>
            </a:r>
            <a:br>
              <a:rPr lang="en-US" dirty="0"/>
            </a:br>
            <a:r>
              <a:rPr lang="en-US" dirty="0"/>
              <a:t>as well as “go past” and “turn into.”</a:t>
            </a:r>
          </a:p>
          <a:p>
            <a:r>
              <a:rPr lang="en-US" dirty="0"/>
              <a:t>These phrases describe position and movement, so you need to recognize them quickly while listening.</a:t>
            </a:r>
          </a:p>
          <a:p>
            <a:r>
              <a:rPr lang="en-US" dirty="0"/>
              <a:t>Train your ear to identify these expressions instantly, so you can follow the speaker’s directions without hesitation.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88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the audio as a guided tour, where the speaker is leading you through the map step by step.</a:t>
            </a:r>
          </a:p>
          <a:p>
            <a:r>
              <a:rPr lang="en-US" dirty="0"/>
              <a:t>As you listen, imagine that you are physically moving through the </a:t>
            </a:r>
            <a:r>
              <a:rPr lang="ar-AE" dirty="0"/>
              <a:t>المكان, </a:t>
            </a:r>
            <a:r>
              <a:rPr lang="en-US" dirty="0"/>
              <a:t>following the same path described by the speaker. </a:t>
            </a:r>
          </a:p>
          <a:p>
            <a:r>
              <a:rPr lang="en-US" dirty="0"/>
              <a:t>This will help you stay engaged and understand the directions more clearly.</a:t>
            </a:r>
          </a:p>
          <a:p>
            <a:r>
              <a:rPr lang="en-US" dirty="0"/>
              <a:t>It is important to follow the movement carefully and track each instruction as it is given. </a:t>
            </a:r>
          </a:p>
          <a:p>
            <a:r>
              <a:rPr lang="en-US" dirty="0"/>
              <a:t>Pay attention to every change in direction, such as turning left, going straight, or passing a specific location.</a:t>
            </a:r>
          </a:p>
          <a:p>
            <a:r>
              <a:rPr lang="en-US" dirty="0"/>
              <a:t>At the same time, avoid jumping ahead on the map. Many students try to guess the answer too early, which often leads to mistakes. </a:t>
            </a:r>
          </a:p>
          <a:p>
            <a:r>
              <a:rPr lang="en-US" dirty="0"/>
              <a:t>Instead, stay patient and let the speaker finish the full set of directions.</a:t>
            </a:r>
          </a:p>
          <a:p>
            <a:r>
              <a:rPr lang="en-US" dirty="0"/>
              <a:t>Remember, the correct answer usually comes after a sequence of instructions, not immediately after the first clue. Missing even one step can lead you to the wrong place.</a:t>
            </a:r>
          </a:p>
          <a:p>
            <a:r>
              <a:rPr lang="en-US" dirty="0"/>
              <a:t>A useful tip is to use your finger or pencil to trace the route on the map while you listen. This can help you stay focused and reduce confusion.</a:t>
            </a:r>
          </a:p>
          <a:p>
            <a:r>
              <a:rPr lang="en-US" dirty="0"/>
              <a:t>By staying calm, following each step carefully, and visualizing the movement, you will be able to answer map and diagram questions more accurately and with greater confidence.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682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IELTS NINER REVIEW CENTER, we teach students simple but highly effective techniques to handle map and diagram questions with confidence.</a:t>
            </a:r>
          </a:p>
          <a:p>
            <a:endParaRPr lang="en-US" dirty="0"/>
          </a:p>
          <a:p>
            <a:r>
              <a:rPr lang="en-US" dirty="0"/>
              <a:t>First, use your finger or a pencil to trace the route as you listen. This helps you stay focused and follow each step of the directions more accurately.</a:t>
            </a:r>
          </a:p>
          <a:p>
            <a:endParaRPr lang="en-US" dirty="0"/>
          </a:p>
          <a:p>
            <a:r>
              <a:rPr lang="en-US" dirty="0"/>
              <a:t>Second, stay calm and move slowly. There is no need to rush—most mistakes happen when students panic or try to guess too quickly.</a:t>
            </a:r>
          </a:p>
          <a:p>
            <a:endParaRPr lang="en-US" dirty="0"/>
          </a:p>
          <a:p>
            <a:r>
              <a:rPr lang="en-US" dirty="0"/>
              <a:t>Finally, focus on the journey, not just the destination. Pay attention to every step the speaker describes, because each detail leads you closer to the correct answer.</a:t>
            </a:r>
          </a:p>
          <a:p>
            <a:r>
              <a:rPr lang="en-US" dirty="0"/>
              <a:t>This technique is simple, but very powerful, and it can prevent most common map-labelling mistakes.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027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“Now that you can follow directions visually, it’s time to deal with a more complex challenge.”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“In the next video, we’ll focus on: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Section 3 of IELTS Listening—academic discussions and how to follow multiple speakers.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“See you in the next video.”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97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3/19/2026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3/19/2026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3/19/2026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3/19/2026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3/19/2026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3/19/2026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3/19/2026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3/19/2026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3/19/2026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3/19/2026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dirty="0"/>
              <a:t>Map &amp; Diagram Labelling | Follow Directions Without Getting Lost</a:t>
            </a:r>
            <a:br>
              <a:rPr lang="en-US" b="1" dirty="0"/>
            </a:b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Are Map &amp; Diagram Labelling Questions</a:t>
            </a:r>
          </a:p>
        </p:txBody>
      </p:sp>
      <p:pic>
        <p:nvPicPr>
          <p:cNvPr id="1026" name="Picture 2" descr="IELTS | News and Insights - 10 tips for answering map or plan…">
            <a:extLst>
              <a:ext uri="{FF2B5EF4-FFF2-40B4-BE49-F238E27FC236}">
                <a16:creationId xmlns:a16="http://schemas.microsoft.com/office/drawing/2014/main" id="{59473207-36FB-A8E4-E4CD-0B658782E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838" y="1748934"/>
            <a:ext cx="3862387" cy="4861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1 Hướng dẫn cách làm Diagram Labelling IELTS Listening">
            <a:extLst>
              <a:ext uri="{FF2B5EF4-FFF2-40B4-BE49-F238E27FC236}">
                <a16:creationId xmlns:a16="http://schemas.microsoft.com/office/drawing/2014/main" id="{1B389055-6008-04EB-E4CE-BDE65FE52C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2F6750-C8E6-3572-6DBB-8A1269FDF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395" y="1748934"/>
            <a:ext cx="4588107" cy="389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Study the Map Before Listening</a:t>
            </a:r>
          </a:p>
        </p:txBody>
      </p:sp>
      <p:pic>
        <p:nvPicPr>
          <p:cNvPr id="5" name="Picture 2" descr="IELTS | News and Insights - 10 tips for answering map or plan…">
            <a:extLst>
              <a:ext uri="{FF2B5EF4-FFF2-40B4-BE49-F238E27FC236}">
                <a16:creationId xmlns:a16="http://schemas.microsoft.com/office/drawing/2014/main" id="{9943FCCB-8D62-ADCE-2D80-B032282505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1438275"/>
            <a:ext cx="6067425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A012FF-6426-3D8B-534E-8AC5FD07AF7A}"/>
              </a:ext>
            </a:extLst>
          </p:cNvPr>
          <p:cNvSpPr txBox="1"/>
          <p:nvPr/>
        </p:nvSpPr>
        <p:spPr>
          <a:xfrm>
            <a:off x="6534150" y="1314450"/>
            <a:ext cx="5419725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Before the audio starts, take time to: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Identify the starting point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Notice key landmarks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Understand the orientation</a:t>
            </a:r>
          </a:p>
          <a:p>
            <a:endParaRPr lang="en-US" sz="2400" dirty="0"/>
          </a:p>
          <a:p>
            <a:r>
              <a:rPr lang="en-US" sz="2400" b="1" dirty="0"/>
              <a:t>Ask yourself: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400" dirty="0"/>
              <a:t>Where is north?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400" dirty="0"/>
              <a:t>Is this an indoor or outdoor map?</a:t>
            </a:r>
          </a:p>
          <a:p>
            <a:endParaRPr lang="en-US" sz="2400" dirty="0"/>
          </a:p>
          <a:p>
            <a:r>
              <a:rPr lang="en-US" sz="2400" dirty="0"/>
              <a:t>This preparation is essential.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27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Listen for Directional Language</a:t>
            </a:r>
          </a:p>
        </p:txBody>
      </p:sp>
      <p:pic>
        <p:nvPicPr>
          <p:cNvPr id="2050" name="Picture 2" descr="IELTS Listening Map Vocabulary – Set 3 - The Boring Academy">
            <a:extLst>
              <a:ext uri="{FF2B5EF4-FFF2-40B4-BE49-F238E27FC236}">
                <a16:creationId xmlns:a16="http://schemas.microsoft.com/office/drawing/2014/main" id="{AD29CEA0-EA03-9853-6F07-30685EE2B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1343025"/>
            <a:ext cx="4788547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riting a Plan: IELTS Listening Practice Question">
            <a:extLst>
              <a:ext uri="{FF2B5EF4-FFF2-40B4-BE49-F238E27FC236}">
                <a16:creationId xmlns:a16="http://schemas.microsoft.com/office/drawing/2014/main" id="{147045C9-ED43-46C2-3BCD-88598313CB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9" t="7096" r="5843" b="24638"/>
          <a:stretch>
            <a:fillRect/>
          </a:stretch>
        </p:blipFill>
        <p:spPr bwMode="auto">
          <a:xfrm>
            <a:off x="6257925" y="1600712"/>
            <a:ext cx="5514975" cy="321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Everything about IELTS Listening Map Labelling | Tips, Vocabulary and  Tricks | Language Academy">
            <a:extLst>
              <a:ext uri="{FF2B5EF4-FFF2-40B4-BE49-F238E27FC236}">
                <a16:creationId xmlns:a16="http://schemas.microsoft.com/office/drawing/2014/main" id="{6FF93507-73DC-4B20-DF2B-C3548D40FB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" t="18342" r="1485" b="34721"/>
          <a:stretch>
            <a:fillRect/>
          </a:stretch>
        </p:blipFill>
        <p:spPr bwMode="auto">
          <a:xfrm>
            <a:off x="2109787" y="5257288"/>
            <a:ext cx="8296275" cy="1308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378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Follow the Route, Not Individual Words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352012-5B6A-0AB3-B68C-351C4991A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" y="1173162"/>
            <a:ext cx="7029616" cy="5381625"/>
          </a:xfrm>
          <a:prstGeom prst="rect">
            <a:avLst/>
          </a:prstGeom>
        </p:spPr>
      </p:pic>
      <p:sp>
        <p:nvSpPr>
          <p:cNvPr id="10" name="Arrow: Up 9">
            <a:extLst>
              <a:ext uri="{FF2B5EF4-FFF2-40B4-BE49-F238E27FC236}">
                <a16:creationId xmlns:a16="http://schemas.microsoft.com/office/drawing/2014/main" id="{FA2F04B8-1ED0-A2C3-3DDB-F9FB8CB00572}"/>
              </a:ext>
            </a:extLst>
          </p:cNvPr>
          <p:cNvSpPr/>
          <p:nvPr/>
        </p:nvSpPr>
        <p:spPr>
          <a:xfrm>
            <a:off x="8477250" y="1828006"/>
            <a:ext cx="904875" cy="1400174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C51650D-C318-F5DA-E05B-35DC3292CE1E}"/>
              </a:ext>
            </a:extLst>
          </p:cNvPr>
          <p:cNvSpPr/>
          <p:nvPr/>
        </p:nvSpPr>
        <p:spPr>
          <a:xfrm>
            <a:off x="9725025" y="2928937"/>
            <a:ext cx="1465332" cy="7905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3F3BFE17-1E1A-57EF-1D5C-27EF2688DA6F}"/>
              </a:ext>
            </a:extLst>
          </p:cNvPr>
          <p:cNvSpPr/>
          <p:nvPr/>
        </p:nvSpPr>
        <p:spPr>
          <a:xfrm>
            <a:off x="7886866" y="3429000"/>
            <a:ext cx="809459" cy="14001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094B45E6-8D38-D279-D259-7A222310E6DE}"/>
              </a:ext>
            </a:extLst>
          </p:cNvPr>
          <p:cNvSpPr/>
          <p:nvPr/>
        </p:nvSpPr>
        <p:spPr>
          <a:xfrm>
            <a:off x="9352032" y="4129087"/>
            <a:ext cx="1733550" cy="85725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27D20473-2850-B98C-6A91-BFE84F851E87}"/>
              </a:ext>
            </a:extLst>
          </p:cNvPr>
          <p:cNvSpPr/>
          <p:nvPr/>
        </p:nvSpPr>
        <p:spPr>
          <a:xfrm>
            <a:off x="3313182" y="6000750"/>
            <a:ext cx="1011168" cy="55403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34AF73-3B9E-3837-5058-5FD12E1E7D82}"/>
              </a:ext>
            </a:extLst>
          </p:cNvPr>
          <p:cNvSpPr txBox="1"/>
          <p:nvPr/>
        </p:nvSpPr>
        <p:spPr>
          <a:xfrm>
            <a:off x="4482927" y="6185455"/>
            <a:ext cx="2120068" cy="36933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YOU ARE HERE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73781E-7DF7-694C-7019-6EE29B4EE964}"/>
              </a:ext>
            </a:extLst>
          </p:cNvPr>
          <p:cNvSpPr txBox="1"/>
          <p:nvPr/>
        </p:nvSpPr>
        <p:spPr>
          <a:xfrm>
            <a:off x="8067758" y="5475287"/>
            <a:ext cx="33145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highlight>
                  <a:srgbClr val="FFFF00"/>
                </a:highlight>
                <a:latin typeface="Aptos Narrow" panose="020B0004020202020204" pitchFamily="34" charset="0"/>
              </a:rPr>
              <a:t>  Follow me</a:t>
            </a:r>
          </a:p>
        </p:txBody>
      </p:sp>
    </p:spTree>
    <p:extLst>
      <p:ext uri="{BB962C8B-B14F-4D97-AF65-F5344CB8AC3E}">
        <p14:creationId xmlns:p14="http://schemas.microsoft.com/office/powerpoint/2010/main" val="422450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Advice from IELTS NINER REVIEW CENTER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6E70C3-4994-8526-8507-7AEBF691BE17}"/>
              </a:ext>
            </a:extLst>
          </p:cNvPr>
          <p:cNvSpPr txBox="1"/>
          <p:nvPr/>
        </p:nvSpPr>
        <p:spPr>
          <a:xfrm>
            <a:off x="561975" y="1855678"/>
            <a:ext cx="733425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IELTS NINER REVIEW CENTER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we teach students to:</a:t>
            </a:r>
          </a:p>
          <a:p>
            <a:pPr marL="0" marR="0">
              <a:buNone/>
            </a:pP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their finger or pencil to trace the route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Stay calm and move slowly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Focus on the journey, not just the destination”</a:t>
            </a:r>
          </a:p>
          <a:p>
            <a:pPr marL="0" marR="0">
              <a:buNone/>
            </a:pPr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technique prevents most map-labeling mistakes.”</a:t>
            </a:r>
          </a:p>
        </p:txBody>
      </p:sp>
      <p:pic>
        <p:nvPicPr>
          <p:cNvPr id="4098" name="Picture 2" descr="23,800+ Arrow Bullseye Stock Photos, Pictures &amp; Royalty-Free Images -  iStock | Bulls eye, Archery, Archery target">
            <a:extLst>
              <a:ext uri="{FF2B5EF4-FFF2-40B4-BE49-F238E27FC236}">
                <a16:creationId xmlns:a16="http://schemas.microsoft.com/office/drawing/2014/main" id="{3BA7554F-8FBD-63F5-F545-1E57014B6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1" y="1913654"/>
            <a:ext cx="3030692" cy="3030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354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00524" y="1787269"/>
            <a:ext cx="10096500" cy="2219691"/>
          </a:xfrm>
        </p:spPr>
        <p:txBody>
          <a:bodyPr/>
          <a:lstStyle/>
          <a:p>
            <a:r>
              <a:rPr lang="en-US" dirty="0"/>
              <a:t>Add a Slide Title - 1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AutoShape 2" descr="IELTS-Listening-section-3 - TED IELTS">
            <a:extLst>
              <a:ext uri="{FF2B5EF4-FFF2-40B4-BE49-F238E27FC236}">
                <a16:creationId xmlns:a16="http://schemas.microsoft.com/office/drawing/2014/main" id="{81E18C57-4F81-B4DA-9ABE-2E98637316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124" name="Picture 4" descr="Listening IELTS Part 3: Các dạng đề và tips làm bài hiệu quả">
            <a:extLst>
              <a:ext uri="{FF2B5EF4-FFF2-40B4-BE49-F238E27FC236}">
                <a16:creationId xmlns:a16="http://schemas.microsoft.com/office/drawing/2014/main" id="{EA06B796-44E4-2D6E-FAC0-1355F7F0D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957367"/>
            <a:ext cx="6757987" cy="4638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IELTS-Listening-section-3 - TED IELTS">
            <a:extLst>
              <a:ext uri="{FF2B5EF4-FFF2-40B4-BE49-F238E27FC236}">
                <a16:creationId xmlns:a16="http://schemas.microsoft.com/office/drawing/2014/main" id="{2BDEA0B5-C254-9281-5D9D-E1DB9F1F2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885" y="2802046"/>
            <a:ext cx="5667374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564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9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- 4</a:t>
            </a:r>
          </a:p>
        </p:txBody>
      </p:sp>
    </p:spTree>
    <p:extLst>
      <p:ext uri="{BB962C8B-B14F-4D97-AF65-F5344CB8AC3E}">
        <p14:creationId xmlns:p14="http://schemas.microsoft.com/office/powerpoint/2010/main" val="152700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0380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23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44</TotalTime>
  <Words>1048</Words>
  <Application>Microsoft Office PowerPoint</Application>
  <PresentationFormat>Widescreen</PresentationFormat>
  <Paragraphs>87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 Narrow</vt:lpstr>
      <vt:lpstr>Arial</vt:lpstr>
      <vt:lpstr>Arial Black</vt:lpstr>
      <vt:lpstr>Euphemia</vt:lpstr>
      <vt:lpstr>Plantagenet Cherokee</vt:lpstr>
      <vt:lpstr>Symbol</vt:lpstr>
      <vt:lpstr>Times New Roman</vt:lpstr>
      <vt:lpstr>Wingdings</vt:lpstr>
      <vt:lpstr>Academic Literature 16x9</vt:lpstr>
      <vt:lpstr>Map &amp; Diagram Labelling | Follow Directions Without Getting Lost </vt:lpstr>
      <vt:lpstr>What Are Map &amp; Diagram Labelling Questions</vt:lpstr>
      <vt:lpstr>Study the Map Before Listening</vt:lpstr>
      <vt:lpstr>Listen for Directional Language</vt:lpstr>
      <vt:lpstr>Follow the Route, Not Individual Words</vt:lpstr>
      <vt:lpstr>Advice from IELTS NINER REVIEW CENTER</vt:lpstr>
      <vt:lpstr>Add a Slide Title - 1</vt:lpstr>
      <vt:lpstr>Add a Slide Title - 2</vt:lpstr>
      <vt:lpstr>Add a Slide Title - 3</vt:lpstr>
      <vt:lpstr>Add a Slide Title - 4</vt:lpstr>
      <vt:lpstr>PowerPoint Presentation</vt:lpstr>
      <vt:lpstr>Add a Slide Title - 5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April Ampong</dc:creator>
  <cp:lastModifiedBy>April Ampong</cp:lastModifiedBy>
  <cp:revision>1</cp:revision>
  <dcterms:created xsi:type="dcterms:W3CDTF">2026-03-19T12:50:37Z</dcterms:created>
  <dcterms:modified xsi:type="dcterms:W3CDTF">2026-03-19T13:35:26Z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